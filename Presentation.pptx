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32544312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</a:t>
                      </a:r>
                      <a:r>
                        <a:rPr lang="en-US" sz="1600" b="1" dirty="0"/>
                        <a:t>Uma Nakka                             </a:t>
                      </a:r>
                      <a:endParaRPr sz="16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/>
                        <a:t>nakkauma828@gmail.com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/>
                        <a:t>         8978206337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 and Career Development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800963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Interview Trainer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8499A0-9D9D-852A-F3BD-7363A241F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923" y="3598607"/>
            <a:ext cx="1504336" cy="1168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93382" y="934920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IN" dirty="0"/>
              <a:t>Interview preparation remains a significant challenge for students and job seekers due to the lack of structured guidance, personalized learning strategies, and realistic practice opportunities. Candidates often struggle to identify role-specific requirements, assess their preparedness, and improve their interview performance effectively. As a result, many qualified individuals fail to demonstrate their full potential during recruitment processes.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IN" dirty="0"/>
              <a:t>Develop an AI-powered Interview Trainer Agent that provides personalized and interactive interview preparation support for students and professionals.</a:t>
            </a:r>
          </a:p>
          <a:p>
            <a:r>
              <a:rPr lang="en-IN" dirty="0"/>
              <a:t>The solution should: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Personalized Learning Roadmaps</a:t>
            </a:r>
            <a:r>
              <a:rPr lang="en-IN" dirty="0"/>
              <a:t> – Create customized interview preparation plans based on the user's target role, skills, and experience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Interview Topic Recommendations</a:t>
            </a:r>
            <a:r>
              <a:rPr lang="en-IN" dirty="0"/>
              <a:t> – Identify important concepts and topics that require focused revision.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Technical Interview Preparation</a:t>
            </a:r>
            <a:r>
              <a:rPr lang="en-IN" dirty="0"/>
              <a:t> – Provide domain-specific guidance for Python, Java, Frontend Development, AI, Data Analytics, and Software Engineering roles.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Coding Practice Support</a:t>
            </a:r>
            <a:r>
              <a:rPr lang="en-IN" dirty="0"/>
              <a:t> – Recommend relevant coding problems, DSA concepts, and technical exercises.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HR &amp; </a:t>
            </a:r>
            <a:r>
              <a:rPr lang="en-IN" b="1" dirty="0" err="1"/>
              <a:t>Behavioral</a:t>
            </a:r>
            <a:r>
              <a:rPr lang="en-IN" b="1" dirty="0"/>
              <a:t> Interview Guidance</a:t>
            </a:r>
            <a:r>
              <a:rPr lang="en-IN" dirty="0"/>
              <a:t> – Assist users in preparing for communication, </a:t>
            </a:r>
            <a:r>
              <a:rPr lang="en-IN" dirty="0" err="1"/>
              <a:t>behavioral</a:t>
            </a:r>
            <a:r>
              <a:rPr lang="en-IN" dirty="0"/>
              <a:t>, and situational interview questions.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Interactive Mock Interviews</a:t>
            </a:r>
            <a:r>
              <a:rPr lang="en-IN" dirty="0"/>
              <a:t> – Conduct realistic interview sessions with step-by-step questioning and response evaluation.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Performance Feedback</a:t>
            </a:r>
            <a:r>
              <a:rPr lang="en-IN" dirty="0"/>
              <a:t> – </a:t>
            </a:r>
            <a:r>
              <a:rPr lang="en-IN" dirty="0" err="1"/>
              <a:t>Analyze</a:t>
            </a:r>
            <a:r>
              <a:rPr lang="en-IN" dirty="0"/>
              <a:t> responses and provide actionable improvement suggestions.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Career Development Assistance</a:t>
            </a:r>
            <a:r>
              <a:rPr lang="en-IN" dirty="0"/>
              <a:t> – Offer learning recommendations and interview preparation strategies aligned with career goals.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Context-Aware Guidance</a:t>
            </a:r>
            <a:r>
              <a:rPr lang="en-IN" dirty="0"/>
              <a:t> – Utilize conversation history to deliver personalized and continuous support.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Domain-Focused Intelligence</a:t>
            </a:r>
            <a:r>
              <a:rPr lang="en-IN" dirty="0"/>
              <a:t> – Remain dedicated to interview preparation and career-related guidance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83458"/>
            <a:ext cx="7506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– Interview Trainer Agent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76072" y="1165753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• </a:t>
            </a:r>
            <a:r>
              <a:rPr lang="en-IN" b="1" dirty="0" err="1"/>
              <a:t>LangFlow</a:t>
            </a:r>
            <a:r>
              <a:rPr lang="en-IN" b="1" dirty="0"/>
              <a:t> </a:t>
            </a:r>
            <a:r>
              <a:rPr lang="en-IN" dirty="0"/>
              <a:t>– Visual framework used to design and manage the AI agent workflow.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• IBM watsonx.ai </a:t>
            </a:r>
            <a:r>
              <a:rPr lang="en-IN" dirty="0"/>
              <a:t>– AI platform used to access and deploy foundation models.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• IBM Granite 8B Code Instruct </a:t>
            </a:r>
            <a:r>
              <a:rPr lang="en-IN" dirty="0"/>
              <a:t>– Foundation model used for generating interview guidance, mock interview questions, and personalized preparation plans.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• Message History Component </a:t>
            </a:r>
            <a:r>
              <a:rPr lang="en-IN" dirty="0"/>
              <a:t>– Maintains conversation context to provide personalized and continuous support.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• IBM Cloud </a:t>
            </a:r>
            <a:r>
              <a:rPr lang="en-IN" dirty="0"/>
              <a:t>– Cloud platform used for hosting and managing AI services.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GitHub</a:t>
            </a:r>
            <a:r>
              <a:rPr lang="en-IN" dirty="0"/>
              <a:t> – Used for version control, project management, and code repository maintenance.</a:t>
            </a:r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Tech Stack (Mandatory)</a:t>
            </a:r>
          </a:p>
          <a:p>
            <a:pPr>
              <a:lnSpc>
                <a:spcPct val="150000"/>
              </a:lnSpc>
            </a:pPr>
            <a:r>
              <a:rPr lang="en-IN" dirty="0"/>
              <a:t>I used: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LangFlow</a:t>
            </a:r>
            <a:r>
              <a:rPr lang="en-IN" dirty="0"/>
              <a:t> + IBM watsonx.ai + IBM Granite Models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fontAlgn="base"/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proposed solution is an </a:t>
            </a:r>
            <a:r>
              <a:rPr lang="en-IN" b="1" dirty="0"/>
              <a:t>AI-powered Interview Trainer Agent</a:t>
            </a:r>
            <a:r>
              <a:rPr lang="en-IN" dirty="0"/>
              <a:t> designed to support students and job seekers throughout their interview preparation journey. Developed using </a:t>
            </a:r>
            <a:r>
              <a:rPr lang="en-IN" b="1" dirty="0" err="1"/>
              <a:t>LangFlow</a:t>
            </a:r>
            <a:r>
              <a:rPr lang="en-IN" dirty="0"/>
              <a:t>, </a:t>
            </a:r>
            <a:r>
              <a:rPr lang="en-IN" b="1" dirty="0"/>
              <a:t>IBM watsonx.ai</a:t>
            </a:r>
            <a:r>
              <a:rPr lang="en-IN" dirty="0"/>
              <a:t>, and </a:t>
            </a:r>
            <a:r>
              <a:rPr lang="en-IN" b="1" dirty="0"/>
              <a:t>IBM Granite 8B Code Instruct</a:t>
            </a:r>
            <a:r>
              <a:rPr lang="en-IN" dirty="0"/>
              <a:t>, the system provides intelligent, personalized, and role-oriented interview guidance.</a:t>
            </a:r>
          </a:p>
          <a:p>
            <a:pPr>
              <a:lnSpc>
                <a:spcPct val="150000"/>
              </a:lnSpc>
            </a:pPr>
            <a:r>
              <a:rPr lang="en-IN" dirty="0"/>
              <a:t>The agent </a:t>
            </a:r>
            <a:r>
              <a:rPr lang="en-IN" dirty="0" err="1"/>
              <a:t>analyzes</a:t>
            </a:r>
            <a:r>
              <a:rPr lang="en-IN" dirty="0"/>
              <a:t> </a:t>
            </a:r>
            <a:r>
              <a:rPr lang="en-IN" b="1" dirty="0"/>
              <a:t>user requirements</a:t>
            </a:r>
            <a:r>
              <a:rPr lang="en-IN" dirty="0"/>
              <a:t>, </a:t>
            </a:r>
            <a:r>
              <a:rPr lang="en-IN" b="1" dirty="0"/>
              <a:t>career objectives</a:t>
            </a:r>
            <a:r>
              <a:rPr lang="en-IN" dirty="0"/>
              <a:t>, and </a:t>
            </a:r>
            <a:r>
              <a:rPr lang="en-IN" b="1" dirty="0"/>
              <a:t>target job roles</a:t>
            </a:r>
            <a:r>
              <a:rPr lang="en-IN" dirty="0"/>
              <a:t> to create customized preparation strategies. It assists users by identifying key interview topics, recommending learning paths, providing technical and </a:t>
            </a:r>
            <a:r>
              <a:rPr lang="en-IN" dirty="0" err="1"/>
              <a:t>behavioral</a:t>
            </a:r>
            <a:r>
              <a:rPr lang="en-IN" dirty="0"/>
              <a:t> interview guidance, and facilitating structured </a:t>
            </a:r>
            <a:r>
              <a:rPr lang="en-IN" b="1" dirty="0"/>
              <a:t>mock interview sessions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dirty="0"/>
              <a:t>By leveraging </a:t>
            </a:r>
            <a:r>
              <a:rPr lang="en-IN" b="1" dirty="0"/>
              <a:t>contextual memory</a:t>
            </a:r>
            <a:r>
              <a:rPr lang="en-IN" dirty="0"/>
              <a:t> and </a:t>
            </a:r>
            <a:r>
              <a:rPr lang="en-IN" b="1" dirty="0"/>
              <a:t>conversational intelligence</a:t>
            </a:r>
            <a:r>
              <a:rPr lang="en-IN" dirty="0"/>
              <a:t>, the system continuously adapts its recommendations based on user interactions and progress. This enables a more personalized and engaging preparation experience compared to traditional learning resources.</a:t>
            </a:r>
          </a:p>
          <a:p>
            <a:pPr>
              <a:lnSpc>
                <a:spcPct val="150000"/>
              </a:lnSpc>
            </a:pPr>
            <a:r>
              <a:rPr lang="en-IN" dirty="0"/>
              <a:t>The Interview Trainer Agent serves as a </a:t>
            </a:r>
            <a:r>
              <a:rPr lang="en-IN" b="1" dirty="0"/>
              <a:t>virtual career mentor</a:t>
            </a:r>
            <a:r>
              <a:rPr lang="en-IN" dirty="0"/>
              <a:t> that helps users strengthen </a:t>
            </a:r>
            <a:r>
              <a:rPr lang="en-IN" b="1" dirty="0"/>
              <a:t>technical expertise</a:t>
            </a:r>
            <a:r>
              <a:rPr lang="en-IN" dirty="0"/>
              <a:t>, enhance </a:t>
            </a:r>
            <a:r>
              <a:rPr lang="en-IN" b="1" dirty="0"/>
              <a:t>communication skills</a:t>
            </a:r>
            <a:r>
              <a:rPr lang="en-IN" dirty="0"/>
              <a:t>, improve </a:t>
            </a:r>
            <a:r>
              <a:rPr lang="en-IN" b="1" dirty="0"/>
              <a:t>problem-solving abilities</a:t>
            </a:r>
            <a:r>
              <a:rPr lang="en-IN" dirty="0"/>
              <a:t>, and build confidence for </a:t>
            </a:r>
            <a:r>
              <a:rPr lang="en-IN" b="1" dirty="0"/>
              <a:t>real-world interview scenarios</a:t>
            </a:r>
            <a:r>
              <a:rPr lang="en-IN" dirty="0"/>
              <a:t>. Through </a:t>
            </a:r>
            <a:r>
              <a:rPr lang="en-IN" b="1" dirty="0"/>
              <a:t>AI-driven guidance</a:t>
            </a:r>
            <a:r>
              <a:rPr lang="en-IN" dirty="0"/>
              <a:t> and </a:t>
            </a:r>
            <a:r>
              <a:rPr lang="en-IN" b="1" dirty="0"/>
              <a:t>continuous feedback</a:t>
            </a:r>
            <a:r>
              <a:rPr lang="en-IN" dirty="0"/>
              <a:t>, the platform promotes effective preparation and improved </a:t>
            </a:r>
            <a:r>
              <a:rPr lang="en-IN" b="1" dirty="0"/>
              <a:t>interview readiness</a:t>
            </a:r>
            <a:r>
              <a:rPr lang="en-IN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Chat Input</a:t>
            </a:r>
            <a:r>
              <a:rPr lang="en-IN" dirty="0"/>
              <a:t> – Accepts interview-related queries and user responses.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Message History</a:t>
            </a:r>
            <a:r>
              <a:rPr lang="en-IN" dirty="0"/>
              <a:t> – Maintains conversation context and enables personalized interview guidance.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IBM watsonx.ai Component</a:t>
            </a:r>
            <a:r>
              <a:rPr lang="en-IN" dirty="0"/>
              <a:t> – Connects </a:t>
            </a:r>
            <a:r>
              <a:rPr lang="en-IN" dirty="0" err="1"/>
              <a:t>LangFlow</a:t>
            </a:r>
            <a:r>
              <a:rPr lang="en-IN" dirty="0"/>
              <a:t> with IBM watsonx.ai foundation models.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IBM Granite 8B Code Instruct</a:t>
            </a:r>
            <a:r>
              <a:rPr lang="en-IN" dirty="0"/>
              <a:t> – Generates interview preparation roadmaps, mock interview questions, feedback, and career guidance.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Prompt Component</a:t>
            </a:r>
            <a:r>
              <a:rPr lang="en-IN" dirty="0"/>
              <a:t> – Defines the agent’s </a:t>
            </a:r>
            <a:r>
              <a:rPr lang="en-IN" dirty="0" err="1"/>
              <a:t>behavior</a:t>
            </a:r>
            <a:r>
              <a:rPr lang="en-IN" dirty="0"/>
              <a:t> and restricts it to interview preparation and career-related assistance.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Chat Output</a:t>
            </a:r>
            <a:r>
              <a:rPr lang="en-IN" dirty="0"/>
              <a:t> – Displays AI-generated responses and interview guidance to the user.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2EDCC-8255-837F-D93F-575D7621EE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758" t="-13090" r="-3239" b="894"/>
          <a:stretch>
            <a:fillRect/>
          </a:stretch>
        </p:blipFill>
        <p:spPr>
          <a:xfrm>
            <a:off x="0" y="250943"/>
            <a:ext cx="12132000" cy="635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3029F-7C0E-F283-1463-A0D1F40E6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32" y="0"/>
            <a:ext cx="122018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Agentic AI</a:t>
            </a:r>
            <a:r>
              <a:rPr lang="en-IN" dirty="0"/>
              <a:t> serves as the core intelligence of the Interview Trainer Agent, enabling the system to deliver </a:t>
            </a:r>
            <a:r>
              <a:rPr lang="en-IN" b="1" dirty="0"/>
              <a:t>personalized</a:t>
            </a:r>
            <a:r>
              <a:rPr lang="en-IN" dirty="0"/>
              <a:t>, </a:t>
            </a:r>
            <a:r>
              <a:rPr lang="en-IN" b="1" dirty="0"/>
              <a:t>adaptive</a:t>
            </a:r>
            <a:r>
              <a:rPr lang="en-IN" dirty="0"/>
              <a:t>, and </a:t>
            </a:r>
            <a:r>
              <a:rPr lang="en-IN" b="1" dirty="0"/>
              <a:t>goal-oriented</a:t>
            </a:r>
            <a:r>
              <a:rPr lang="en-IN" dirty="0"/>
              <a:t> interview preparation support. Unlike traditional chatbots that provide generic responses, the agent understands user objectives, </a:t>
            </a:r>
            <a:r>
              <a:rPr lang="en-IN" dirty="0" err="1"/>
              <a:t>analyzes</a:t>
            </a:r>
            <a:r>
              <a:rPr lang="en-IN" dirty="0"/>
              <a:t> preparation requirements, and generates </a:t>
            </a:r>
            <a:r>
              <a:rPr lang="en-IN" b="1" dirty="0"/>
              <a:t>tailored recommendations</a:t>
            </a:r>
            <a:r>
              <a:rPr lang="en-IN" dirty="0"/>
              <a:t> based on individual needs.</a:t>
            </a:r>
          </a:p>
          <a:p>
            <a:r>
              <a:rPr lang="en-IN" dirty="0"/>
              <a:t>The agent can create </a:t>
            </a:r>
            <a:r>
              <a:rPr lang="en-IN" b="1" dirty="0"/>
              <a:t>customized interview preparation roadmaps</a:t>
            </a:r>
            <a:r>
              <a:rPr lang="en-IN" dirty="0"/>
              <a:t>, recommend relevant technical and </a:t>
            </a:r>
            <a:r>
              <a:rPr lang="en-IN" dirty="0" err="1"/>
              <a:t>behavioral</a:t>
            </a:r>
            <a:r>
              <a:rPr lang="en-IN" dirty="0"/>
              <a:t> topics, conduct </a:t>
            </a:r>
            <a:r>
              <a:rPr lang="en-IN" b="1" dirty="0"/>
              <a:t>interactive mock interviews</a:t>
            </a:r>
            <a:r>
              <a:rPr lang="en-IN" dirty="0"/>
              <a:t>, evaluate user responses, and provide </a:t>
            </a:r>
            <a:r>
              <a:rPr lang="en-IN" b="1" dirty="0"/>
              <a:t>constructive feedback</a:t>
            </a:r>
            <a:r>
              <a:rPr lang="en-IN" dirty="0"/>
              <a:t> for continuous improvement. By maintaining </a:t>
            </a:r>
            <a:r>
              <a:rPr lang="en-IN" b="1" dirty="0"/>
              <a:t>conversation context</a:t>
            </a:r>
            <a:r>
              <a:rPr lang="en-IN" dirty="0"/>
              <a:t> and adapting to user progress, the system ensures a personalized and engaging learning experience.</a:t>
            </a:r>
          </a:p>
          <a:p>
            <a:r>
              <a:rPr lang="en-IN" dirty="0"/>
              <a:t>Through </a:t>
            </a:r>
            <a:r>
              <a:rPr lang="en-IN" b="1" dirty="0"/>
              <a:t>intelligent decision-making</a:t>
            </a:r>
            <a:r>
              <a:rPr lang="en-IN" dirty="0"/>
              <a:t> and </a:t>
            </a:r>
            <a:r>
              <a:rPr lang="en-IN" b="1" dirty="0"/>
              <a:t>contextual understanding</a:t>
            </a:r>
            <a:r>
              <a:rPr lang="en-IN" dirty="0"/>
              <a:t>, Agentic AI transforms the platform into a </a:t>
            </a:r>
            <a:r>
              <a:rPr lang="en-IN" b="1" dirty="0"/>
              <a:t>virtual interview mentor</a:t>
            </a:r>
            <a:r>
              <a:rPr lang="en-IN" dirty="0"/>
              <a:t> that helps users strengthen </a:t>
            </a:r>
            <a:r>
              <a:rPr lang="en-IN" b="1" dirty="0"/>
              <a:t>technical knowledge</a:t>
            </a:r>
            <a:r>
              <a:rPr lang="en-IN" dirty="0"/>
              <a:t>, improve </a:t>
            </a:r>
            <a:r>
              <a:rPr lang="en-IN" b="1" dirty="0"/>
              <a:t>communication skills</a:t>
            </a:r>
            <a:r>
              <a:rPr lang="en-IN" dirty="0"/>
              <a:t>, build </a:t>
            </a:r>
            <a:r>
              <a:rPr lang="en-IN" b="1" dirty="0"/>
              <a:t>confidence</a:t>
            </a:r>
            <a:r>
              <a:rPr lang="en-IN" dirty="0"/>
              <a:t>, and enhance overall </a:t>
            </a:r>
            <a:r>
              <a:rPr lang="en-IN" b="1" dirty="0"/>
              <a:t>interview readiness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• </a:t>
            </a:r>
            <a:r>
              <a:rPr lang="en-IN" sz="1800" b="1" dirty="0" err="1"/>
              <a:t>LangFlow</a:t>
            </a:r>
            <a:r>
              <a:rPr lang="en-IN" sz="1800" dirty="0"/>
              <a:t> – Used to design and orchestrate the Interview Trainer Agent workflow through a visual interface.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IBM watsonx.ai</a:t>
            </a:r>
            <a:r>
              <a:rPr lang="en-IN" sz="1800" dirty="0"/>
              <a:t> – Used to access and deploy AI foundation models for intelligent interview assistance.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IBM Granite 8B Code Instruct</a:t>
            </a:r>
            <a:r>
              <a:rPr lang="en-IN" sz="1800" dirty="0"/>
              <a:t> – Used for generating interview preparation roadmaps, mock interview questions, answer evaluation, and personalized career guidance.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Message History Component</a:t>
            </a:r>
            <a:r>
              <a:rPr lang="en-IN" sz="1800" dirty="0"/>
              <a:t> – Used to maintain conversation context and deliver personalized interview preparation support.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IBM Cloud</a:t>
            </a:r>
            <a:r>
              <a:rPr lang="en-IN" sz="1800" dirty="0"/>
              <a:t> – Provides the cloud infrastructure for accessing and managing AI services.</a:t>
            </a:r>
          </a:p>
          <a:p>
            <a:r>
              <a:rPr lang="en-IN" sz="1800" dirty="0"/>
              <a:t>• </a:t>
            </a:r>
            <a:r>
              <a:rPr lang="en-IN" sz="1800" b="1" dirty="0"/>
              <a:t>GitHub</a:t>
            </a:r>
            <a:r>
              <a:rPr lang="en-IN" sz="1800" dirty="0"/>
              <a:t> – Used for version control, project documentation, and repository management.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39588" y="1079611"/>
            <a:ext cx="1130198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Personalized Interview Coaching</a:t>
            </a:r>
            <a:r>
              <a:rPr lang="en-IN" dirty="0"/>
              <a:t> – Delivers customized interview preparation strategies based on the user’s target role, skills, and experience level.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AI-Driven Preparation Roadmaps</a:t>
            </a:r>
            <a:r>
              <a:rPr lang="en-IN" dirty="0"/>
              <a:t> – Generates structured learning plans to help users prepare efficiently and systematically.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Interactive Mock Interview Experience</a:t>
            </a:r>
            <a:r>
              <a:rPr lang="en-IN" dirty="0"/>
              <a:t> – Simulates real interview scenarios and provides meaningful feedback on user responses.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Context-Aware Guidance</a:t>
            </a:r>
            <a:r>
              <a:rPr lang="en-IN" dirty="0"/>
              <a:t> – Utilizes conversation history to deliver adaptive and personalized recommendations throughout the preparation journey.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Comprehensive Interview Support</a:t>
            </a:r>
            <a:r>
              <a:rPr lang="en-IN" dirty="0"/>
              <a:t> – Assists users in preparing for technical, </a:t>
            </a:r>
            <a:r>
              <a:rPr lang="en-IN" dirty="0" err="1"/>
              <a:t>behavioral</a:t>
            </a:r>
            <a:r>
              <a:rPr lang="en-IN" dirty="0"/>
              <a:t>, and HR interview rounds within a single platform.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Continuous Performance Improvement</a:t>
            </a:r>
            <a:r>
              <a:rPr lang="en-IN" dirty="0"/>
              <a:t> – Identifies areas for improvement and provides targeted suggestions to enhance interview readiness.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Virtual Interview Mentor</a:t>
            </a:r>
            <a:r>
              <a:rPr lang="en-IN" dirty="0"/>
              <a:t> – Functions as an intelligent career preparation assistant rather than a traditional question-answer chatbot.</a:t>
            </a:r>
          </a:p>
          <a:p>
            <a:pPr>
              <a:lnSpc>
                <a:spcPct val="150000"/>
              </a:lnSpc>
            </a:pPr>
            <a:r>
              <a:rPr lang="en-IN" dirty="0"/>
              <a:t>• </a:t>
            </a:r>
            <a:r>
              <a:rPr lang="en-IN" b="1" dirty="0"/>
              <a:t>Powered by IBM Granite Models and watsonx.ai</a:t>
            </a:r>
            <a:r>
              <a:rPr lang="en-IN" dirty="0"/>
              <a:t> – Leverages advanced AI capabilities to deliver reliable, relevant, and interview-focused guidance.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651344" y="1019111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IN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Repository:</a:t>
            </a: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18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https://github.com/Uma513/Interview-Trainer-Agent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dirty="0"/>
              <a:t>• </a:t>
            </a:r>
            <a:r>
              <a:rPr lang="en-IN" sz="2000" b="1" dirty="0"/>
              <a:t>AI-Powered Interview Analytics</a:t>
            </a:r>
            <a:r>
              <a:rPr lang="en-IN" sz="2000" dirty="0"/>
              <a:t> – Provide detailed performance insights, identify improvement areas, and measure interview readiness through intelligent assessment.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Voice-Based Interview Simulation</a:t>
            </a:r>
            <a:r>
              <a:rPr lang="en-IN" sz="2000" dirty="0"/>
              <a:t> – Enable real-time interview practice with speech interaction, communication analysis, and confidence evaluation.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Company and Role-Specific Preparation</a:t>
            </a:r>
            <a:r>
              <a:rPr lang="en-IN" sz="2000" dirty="0"/>
              <a:t> – Deliver customized interview strategies, question sets, and preparation plans tailored to specific job roles and organizations.</a:t>
            </a:r>
          </a:p>
          <a:p>
            <a:r>
              <a:rPr lang="en-IN" sz="2000" dirty="0"/>
              <a:t>• </a:t>
            </a:r>
            <a:r>
              <a:rPr lang="en-IN" sz="2000" b="1" dirty="0"/>
              <a:t>Intelligent Career Development Assistant</a:t>
            </a:r>
            <a:r>
              <a:rPr lang="en-IN" sz="2000" dirty="0"/>
              <a:t> – Expand the platform beyond interview preparation by offering skill-gap analysis, learning recommendations, and long-term career guidance.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1270</Words>
  <Application>Microsoft Office PowerPoint</Application>
  <PresentationFormat>Widescreen</PresentationFormat>
  <Paragraphs>110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Uma Nakka</cp:lastModifiedBy>
  <cp:revision>24</cp:revision>
  <dcterms:created xsi:type="dcterms:W3CDTF">2025-07-08T05:06:56Z</dcterms:created>
  <dcterms:modified xsi:type="dcterms:W3CDTF">2026-06-03T17:11:47Z</dcterms:modified>
</cp:coreProperties>
</file>